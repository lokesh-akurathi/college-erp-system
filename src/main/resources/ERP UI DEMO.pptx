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aaa153b252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aaa153b252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aaa153b252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aaa153b252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aaa153b252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aaa153b252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aaa153b252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aaa153b252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aaa153b252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aaa153b252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aaa153b252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aaa153b252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aaa153b252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aaa153b252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aaa153b252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aaa153b252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aaa153b252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aaa153b252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aaa153b252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aaa153b252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aaa153b252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aaa153b252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aaa153b252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aaa153b252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aaa153b252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aaa153b252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6" name="Google Shape;56;p13" title="Screenshot 2025-11-28 12354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475" y="0"/>
            <a:ext cx="9100526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3" name="Google Shape;63;p14" title="Screenshot 2025-11-28 13203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1" cy="5086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0" name="Google Shape;7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1" cy="5076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7" name="Google Shape;77;p16" title="Screenshot 2025-11-28 13204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8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4" name="Google Shape;84;p17" title="Screenshot 2025-11-28 13211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1200"/>
            <a:ext cx="9144001" cy="508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1" name="Google Shape;9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1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8" name="Google Shape;98;p19" title="Screenshot 2025-11-28 12570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1350"/>
            <a:ext cx="9144001" cy="50921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5" name="Google Shape;105;p20" title="Screenshot 2025-11-28 12571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2" name="Google Shape;112;p21" title="Screenshot 2025-11-28 1257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1" cy="5096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9" name="Google Shape;119;p22" title="Screenshot 2025-11-28 12590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1" cy="5086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6" name="Google Shape;12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3" name="Google Shape;133;p24" title="Screenshot 2025-11-28 13174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9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0" name="Google Shape;140;p25" title="Screenshot 2025-11-28 13175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8" cy="5096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7" name="Google Shape;147;p26" title="Screenshot 2025-11-28 13180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1525"/>
            <a:ext cx="9143999" cy="5101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